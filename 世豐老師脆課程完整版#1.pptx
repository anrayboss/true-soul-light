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世豐老師：Threads (脆) 流量變現與自媒體經營實戰完整課程</a:t>
            </a:r>
          </a:p>
          <a:p>
            <a:pPr algn="ctr"/>
            <a:r>
              <a:rPr sz="2400">
                <a:solidFill>
                  <a:srgbClr val="818CF8"/>
                </a:solidFill>
                <a:latin typeface="Microsoft JhengHei"/>
              </a:rPr>
              <a:t>兩萬字課程精華大綱彙整簡報
講師：世豐
主題：理論基礎、案例分享與起號實戰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脆第一堂課程：理論基礎與實戰 1 — 課程大綱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自媒體經營心態與平台趨勢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個人品牌實戰經驗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講師（世豐）分享：經營 Threads（脆）約半年，粉絲數從 300 成長至 1.4 萬。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Threads 目前具備極大的流量紅利，類似早期「短影音平台」剛崛起的商機。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自媒體經營的四大核心心態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自媒體經營心態與平台趨勢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觀察力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：學會觀察熱門文章的爆紅軌跡，理解其運作邏輯。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2.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利他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：分享有價值的內容，主動協助與回饋他人（如幫忙轉貼好文章、用心回覆留言）。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3.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真實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：展現最真實的自我，敢於分享生命中深刻的挫折與真實感悟。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4.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輕鬆心態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：不要把經營當成沈重的日更功課，以「交朋友」的放鬆心態出發。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底層邏輯與開場白技巧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講人話的原則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使用白話文與容易聽懂的語言，避免使用艱深的專業名詞。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爆紅開場白的三大技巧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1.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情緒張力（第一句話決定勝負）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底層邏輯與開場白技巧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負面張力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：利用「貪、嗔、癡、慢、疑」等痛點引發強烈共鳴（如：「為什麼你到現在存不到錢」）。*註：吸引注意後必須回歸正面價值輸出，避免淪為引戰帳號。*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600">
                <a:solidFill>
                  <a:srgbClr val="F472B6"/>
                </a:solidFill>
                <a:latin typeface="Microsoft JhengHei"/>
              </a:rPr>
              <a:t>正面張力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：分享溫暖、感動或有趣的故事（如：與計程車司機的對話）。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2.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含金量與實用性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600">
                <a:solidFill>
                  <a:srgbClr val="F472B6"/>
                </a:solidFill>
                <a:latin typeface="Microsoft JhengHei"/>
              </a:rPr>
              <a:t>具體數字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：使用量化指標展現投入時間與價值（如：「看了一百本書學到的七件事」）。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底層邏輯與開場白技巧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名人背書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：分析知名人物的做法（如：「分析某某人經營帳號的21個方法」）。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600">
                <a:solidFill>
                  <a:srgbClr val="F472B6"/>
                </a:solidFill>
                <a:latin typeface="Microsoft JhengHei"/>
              </a:rPr>
              <a:t>實戰心得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：分享個人真實的產業或生活攻略（如：「幫300人算塔羅牌後學到的五件事」）。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3.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重點與懸念並存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開場白第一句話應同時具備「一個重點」與「一個好奇點」，不要只有無意義的懸念。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底層邏輯與開場白技巧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排版優化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：善用斷行與舒適的視覺版面來提升閱讀率。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個人品牌定位與變現策略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IKIGAI（生存價值）定位法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透過思考四個圓圈的交集來確立定位：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1. 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你享受/熱愛的事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2. 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你擅長的事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個人品牌定位與變現策略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3.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世界需要的事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4. 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別人願意付錢請你做的事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案例：定位為「最懂美業的身心靈塔羅老師」。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選物店概念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個人品牌定位與變現策略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分享符合自己品牌風格與形象的素材，而非盲目跟風。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點線面思維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從狹窄的「點」逐步擴大到「線」與「面」，以擴大受眾池（例如：從「SEO顧問」-&gt;「網路行銷」-&gt;「如何在網路上賺錢」）。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蜜蜂與花粉效應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個人品牌定位與變現策略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廣大群眾（蜜蜂）會被優質貼文吸引並協助轉播，進而讓你的花粉（定位/價值）觸及並成交到精準的潛在客戶（其他的花）。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以終為始的產品設計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盡早規劃最終的變現服務或產品（如：諮詢、免費/付費電子書、小額服務）。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帳號優化與跨平台營運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個人檔案（Bio）與大頭貼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這是將流量轉化為追蹤者的關鍵。Bio 需聚焦於有趣度、故事度、權威度、聚焦度與特色度。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平台連動的陷阱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建議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關閉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IG 自動連動至 Threads 的功能（自動連動的圖片/產品照觸及率通常極低）。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帳號優化與跨平台營運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建議在 Threads 上爆紅的文章，手動轉貼至 Twitter/X 或 Facebook 等其他平台。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學員互動問答 (QA)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學員（宥富）心得分享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對於使用「貪嗔癡慢疑」的情緒開場白很有共鳴，未來打算嘗試不同角度的開場。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關於 Threads 演算法的提問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問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：為什麼有些留言會跟著本文一起在牆上顯示，有些不會？要如何手動設定？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學員互動問答 (QA)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答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：這是由演算法自動決定的，通常留言的點讚數或權重較高時會一起顯示，目前無法由使用者手動設定。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脆第一堂課程：理論基礎與實戰 2 — 課程大綱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個人品牌與自我介紹（字界/Bio）優化原則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特色定位與反差感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避開差異化盲點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：若只寫「身心靈老師」、「瘦身教練」或「保險業務」，在社群上缺乏辨識度，讀者便沒有追蹤的理由。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量化指標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：使用具體數字佐證實力（例如：「經營 10 年」、「幫超過 1 萬名客戶解決問題」）。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創造人設反差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：主業與副業/生活面向結合，讓形象更立體。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個人品牌與自我介紹（字界/Bio）優化原則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案例：*「懂身心靈的理財規劃師」*、*「熱愛 AI 的爬山嚮導」*、*「商業邏輯極強的瑜伽老師」*。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避免被濫用的套話（Buzzwords）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自我介紹中避免塞滿過度被濫用、易使人聯想到詐騙或直銷的詞彙，如：*成長型思維、熱愛成長、分享生活、創業中*。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手機版折疊防範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個人品牌與自我介紹（字界/Bio）優化原則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手機版畫面的字界若寫太長會被演算法折疊省略。務必將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核心價值、數字成果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放在最前面，避免放在被折疊的後半段。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頭像（Avatar）設置原則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尺寸夠大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：裁切至清晰的五官或核心主題。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反差鮮明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：人物與背景顏色對比明顯，背景乾淨或去背。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個人品牌與自我介紹（字界/Bio）優化原則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主題明確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：符合品牌定位（例如：英文老師搭配英倫風、設計師放設計感強的圖）。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對標練習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找出同領域 5 個優秀對標帳號，仔細觀察並模仿其大頭照、字界撰寫方式與發文頻率。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的去中心化特徵與演算法趨勢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去中心化平台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與 Facebook 依靠流量大佬/意見領袖轉貼即可起飛的模式不同，Threads 具備「去中心化」特徵。即使大佬轉貼，若內容本身不夠好或無法引發共鳴，依然無法擴散。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演算法最新擴散邏輯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粉絲優先看到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：新演算法會優先將你的貼文推給現有的追蹤者。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Threads 的去中心化特徵與演算法趨勢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互動決定擴散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：貼文在既有粉絲中的互動率（點讚、留言、轉發）良好，演算法才會將其進一步向外擴散給非追蹤者。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突破同溫層話題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：若想大範圍擴散，應撰寫與大眾高交集的主題（如：「賺錢」、「自身重大的生命轉折與故事」），或專注產出既有粉絲高黏著的內容。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主題發想與 AI 應用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「做什麼寫什麼，學什麼分享什麼」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自媒體經營最簡單的心態是日常記錄。今天上課、讀書或工作的筆記，直接整理成 Threads 貼文。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推薦閱讀社群大師 Gary Vaynerchuk (Gary Vee) 的社群操作書籍。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心智圖與痛點分析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主題發想與 AI 應用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梳理客戶對你專業領域最常產生的疑惑或痛點（例如：*「身心靈是真的嗎？」*、*「身心靈對我有用嗎？」*），將這些問題作為地軍（知識乾貨）的寫作地圖。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AI 主題生成魔法咒語（Prompts）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當寫好個人定位字界後，可將字界丟給 ChatGPT 並使用以下咒語：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>
                <a:solidFill>
                  <a:srgbClr val="F1F5F9"/>
                </a:solidFill>
                <a:latin typeface="Microsoft JhengHei"/>
              </a:rPr>
              <a:t>&gt; *「這是我的 Threads 自我介紹定位。請根據我的定位，想出 100 個在 Threads 上可以寫的文章主題。記得，議題必須兼具極大的討論性與普及性。」*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進階社群操作技巧：軍師的 17 個實戰策略（大補帖）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連環串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：複製自己舊文的連結，附在最新貼文的下方，引導讀者進行點閱與連續閱讀。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2.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煽風點火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：撰寫極具討論度與爭議性的話題，並表達強烈觀點（例如：「不相信身心靈的人，只是迷信科學的狂熱份子」），引爆留言區討論。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3.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下集待續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：將核心內容或結局埋在留言區，主文末端附上箭頭指引，藉此延長讀者在貼文上的停留時間，優化互動率。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4.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草船借箭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：將自己寫得好的 5-10 篇好文風格丟給 AI 訓練，再將書籍乾貨一字不漏丟入，請 AI 依此風格改寫，產出具個人色彩的知識文。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進階社群操作技巧：軍師的 17 個實戰策略（大補帖） (2/5)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5.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頤指氣使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：在爆紅貼文的置頂留言中，明確指引讀者「如果喜歡請追蹤我」，並承諾追蹤後能獲得的價值。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6.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無限彈藥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：由於 Threads 資訊流動極快，爆紅過的好文章可在 2-3 個月後重複發布，形成循環使用的內容彈藥庫。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7.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重心拱月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：在幫自己或他人進行推廣時，將該推廣貼文的連結，大量引用在其他不同話題的留言區中，把流量集中灌入該篇核心文。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8.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一竿進洞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：當貼文爆紅時，立刻在置頂留言中附上「私域導入連結」（如電子報、LINE社群）或「產品購買連結」。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進階社群操作技巧：軍師的 17 個實戰策略（大補帖） (3/5)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9.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銜尾蛇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 A、B 兩篇高度相關的文章，以互相在留言區貼上對方連結的方式，讓讀者在兩篇貼文間無限循環閱讀。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10.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雞犬升天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：某篇貼文爆紅時，立刻在留言區貼上其他相同主題的舊文連結，拉抬其他文章的曝光度。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11.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移花接木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：初期發文時先不放銷售連結，等貼文自然擴散、流量滾大後，再把原置頂留言替換成產品銷售或廣告連結。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12.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順勢而為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：當某種類型的貼文爆紅，立刻配合該主題微調自己的自我介紹（字界），最大化進站讀者的追蹤轉換率。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進階社群操作技巧：軍師的 17 個實戰策略（大補帖） (4/5)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13.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後備軍援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：平常將自己成效優異的爆紅貼文連結整理並儲存，作為隨時可插入新貼文留言區的軍備彈藥。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14.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預埋伏筆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：寫文時習慣性加上「下集待續/晚上再寫」的伏筆，若文章爆紅就順勢推出續集引流，不爆則不予理會。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15.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引蛇出動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：在貼文中主動推薦並 Tag 其他厲害的 KOLS，吸引對方來留言區互動，借用對方的流量與人氣。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16.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亂棒打死老師傅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：帶有銷售或業配意圖的貼文觸及一定較低。此時不用管單篇觸及，改以「日更、狂發數十篇」的數量優勢來達成轉換。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進階社群操作技巧：軍師的 17 個實戰策略（大補帖） (5/5)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17.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鄉村包圍都市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：在課程宣傳或活動時，聯合多個創作者互相轉貼背書、互相感謝，炒熱社群上的整體聲勢。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核心變現思維：公寓轉私域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公域與私域的定義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公域（公開領域）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：如 Threads、Facebook、IG。特色是注意力分散、演算法隨時在變，不適合直接做深度的專業成交。核心目的是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獲取流量與受眾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私域（私人領域）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：如電子報（如 Substack）、LINE 官方帳號/社群。特色是訊息遞送穩定，能持續跟讀者溝通，適合建立信任與深度價值交換。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公寓轉私域的變現路徑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核心變現思維：公寓轉私域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步驟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：在公域發布優質文章 -&gt; 爆紅時使用「一竿進洞」策略 -&gt; 導入私域（電子報/LINE） -&gt; 在私域專注輸出核心價值，建立強烈信任感 -&gt; 最終水到渠成完成產品變現。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變現產品與載體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Medium Partner Program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：透過撰寫長文獲取平台分潤。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數位產品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：電子書、付費軟體、線上課程。台灣推薦使用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傳送門（Portaly）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快速建置產品並串接金流。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核心變現思維：公寓轉私域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組織行銷（直銷）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：將社群流量轉化為組織事業的增長。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實體服務/顧問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：塔羅占星、一對一諮詢等。粉絲不多時，建議提供無壓力、低定價的入門款服務，以便快速實驗並修正產品結構。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主動開發策略（非流量變現法）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不追求高流量。在個人版面上塞滿極具專業度的硬核乾貨文（地軍），接著主動私訊開發潛在的合適品牌或客戶。當對方點進版面看見你的專業度後，即可直接促成成交。*（此方式較累，通常不作首要推薦）*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脆第二堂課程：案例分享與實戰應用（上半部） — 課程大綱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Threads 趨勢與商業機會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全台瘋 Threads 效應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台灣的 Threads 使用量在考量人口比例與活躍度下，位居全球第一，甚至連 Meta 執行長祖克柏都感到驚訝。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2025 年廣告變現新商機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預計 2025 年 Threads 將正式啟動廣告投放功能。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Threads 趨勢與商業機會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廣告帶來的商業化價值將吸引大量企業品牌進駐，進而產生代操（Ghostwriting）、內部培訓與品牌業配等大量個人創作者的商業合作機會。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打破經營心魔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Who Cares?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 讀者並不會記得你單篇貼文的瑕疵，大家看的是整體的「品牌印象」與「感覺」。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經營社群不需要過度的完美主義與道德包袱，把自己視為「河道上的一角」，以靈活、滾動式修正的心態持續輸出內容即可。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核心社群策略：空海地三軍混合架構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三軍策略複習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空軍（Air Force）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：以新奇有趣、具備高度情緒價值的內容（如冷知識、搞笑照片、時事互動），在大範圍內吸引目光並觸及群眾。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地軍（Ground Force）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：以高知識含金量、實用的列點文/懶人包（如工具推薦、讀書筆記），展現專業能力以吸引精準追蹤。*關鍵在於要用「白話文」與「個人觀點」重新包裝，避免落入 AI 罐頭感的無情輸出。*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海軍（Navy）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：分享真實生命故事、職涯轉折、深刻的反思與自身的「脆弱面」，以建立強烈的信任感，這是最終導向產品或服務成交的關鍵。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核心社群策略：空海地三軍混合架構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進階混合應用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真正容易爆紅且長效的文章，往往不是單一類型，而是將「空軍（趣味故事）」、「地軍（知識觀點）」與「海軍（個人情感與價值觀）」三者混合運用的文體。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優秀案例解析與實戰分析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地軍/乾貨類案例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設計師工具分享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：聚焦於實用設計工具的點對點分享。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讀書心得筆記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：遇到寫作沒靈感時，去讀書、看 YouTube 並整理筆記。將吸收的內容用白話文列點打在 Threads 上。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海軍與混合型案例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優秀案例解析與實戰分析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身心靈觀點文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：指出「現在的身心靈已與十到二十年前不同」，以吸睛的產業痛點開場，並融入大量的個人深刻體驗與觀點。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專業與人設兼具（以 Dennis 為例）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：一開始只寫硬核的行銷乾貨（地軍），流量遇到瓶頸；後來穿插「被專案經理罵」等立體的生活小故事（海軍），成功讓人設活起來，兼顧專業度與親和力。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夜店總裁對話體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：以霸道總裁式的「小說對話體」包裝，前半部為空軍故事，後半部結合情緒價值的地軍知識點（如：「別解釋你的行為，讓對方自己找答案，才是真正的感情情緒價值」）。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模板化寫作法（前海軍少校）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：以固定格式（「朋友問我...我想了想回答...朋友驚訝/疑惑...我摸摸頭或溫柔笑笑...最後加 PS 補充」）進行高紀律、每日三餐式的操練輸出。文字極度精煉，成功建立「森林智者」的立體人設，每五篇就能爆紅一篇。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優秀案例解析與實戰分析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生活捷運對話體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：借題發揮跨年夜在捷運站目睹的精煉情侶對話，最後點綴自己的溫暖感悟，用故事吸引讀者，建立高共鳴。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道家心靈雞湯（太以道長）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：以幽默、淺顯的白話文解釋血光、病符、破財等晦澀的道教民俗知識，並在結尾給予正向的能量引導，提供兼具認知與情緒價值的混合內容。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嘉賓分享 1：宇宙先生（AI 與職涯顧問、100杯陌生咖啡計畫發起人）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Threads 經營心態與基本法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不要太認真，隨心所欲地發想與嘗試，先求有流量、在讀者面前刷存在感最重要。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遇到好文章直接截圖，並維持每周整理一次截圖的紀律。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魔法閱讀法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嘉賓分享 1：宇宙先生（AI 與職涯顧問、100杯陌生咖啡計畫發起人） (2/5)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沒靈感時像抽籤一樣隨機翻書，將書中的金句或要點用「自己的話重新詮釋」發在 Threads 上。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防抄襲技巧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：挑選至少「三個月前」看過的文章或金句進行改寫，並確保內容與個人的人設相容。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以終為始的流量變現路徑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六加一法則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：每周前 6 天發布與特定主題相關的系列短文（累積 Threads 流量），第 7 天將其整理成一篇長文發送至「電子報」。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嘉賓分享 1：宇宙先生（AI 與職涯顧問、100杯陌生咖啡計畫發起人） (3/5)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名單為王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：將社群的零散流量引流並沉澱為「電子報訂閱名單」，這才是後續舉辦活動、線上課程與工作坊等商業變現的核心資產。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陪跑團運營心法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陪跑團承諾通常為 3 個月到 1 年。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絕對不能只靠自己經營，必須建立小幫手/助理代班機制，確保自己度假時社群仍具備良好互動，否則容易因互動冷落而產生負評。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嘉賓分享 1：宇宙先生（AI 與職涯顧問、100杯陌生咖啡計畫發起人） (4/5)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100 杯陌生咖啡計畫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將約陌生人喝咖啡當作「創業」來經營，撰寫十點明確的見面宣言。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善用「數位遊牧」與「咖啡館創業」等熱門關鍵字，在 Threads 上迅速引爆話題（45 天內約成 26 杯）。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AI 故事寫作的指令秘訣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嘉賓分享 1：宇宙先生（AI 與職涯顧問、100杯陌生咖啡計畫發起人） (5/5)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不要直接叫 AI 寫故事（產出的內容生硬且沒有流量）。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核心做法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：先自己擬定完整的故事架構、角色設定，並在 Prompts 中加入大量「電影編劇」相關的風格指令，或上傳 PDF 檔供 AI 學習自己的文字調性與筆觸。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嘉賓分享 2：能量教練（前科技業亞太區產品經理）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任性流經營哲學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不盲目跟從每日發 6 到 10 篇的硬性社群策略，秉持「想寫就寫」的隨性風格，每個月也能產出 1-2 篇爆紅文章。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職場痛點的深刻共鳴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分享科技業 15 年職場雖然年薪百萬，但每天「極度不爽、不想起床、出差身心俱疲」的真實痛苦，勾起廣大都會上班族對「離職、躺平」的強烈共鳴。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五、 嘉賓分享 2：能量教練（前科技業亞太區產品經理）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地海路線與能量流動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結合人類圖（現世生產者分析）、脈輪、靈氣等工具，在生活中維持高度覺察。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爆紅置頂文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：回顧 26 歲年薪百萬到離職的職場歷程，在文中善用「羅茲（科技業熱門詞）」吸引精準的職場讀者，單篇貼文即帶來近 1000 追蹤。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能量交換觀點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：強調能量的流動。例如捐款或買到快樂，雖然金錢出去了，但那股好能量最終會以其他形式回流到自己身上。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脆第二堂課程：案例分享與實戰應用（下半部） — 課程大綱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能量教練（Win）的職涯轉折與心靈歷程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職場經歷與意念顯化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Win 分享其非科技背景出身，在快 30 歲時立下進入科技業的「意圖（下意念）」，最終順利進入 SAP 等大型外商科技公司擔任亞太區產品經理。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能量流動法則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：深信「付出什麼能量，就會回收什麼能量」。25 歲開始捐款給綠色和平與國際特赦組織，26 歲即成為 Top Sales 並拿到百萬年薪。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知行合一與文字風格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能量教練（Win）的職涯轉折與心靈歷程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在 Threads 上不使用 AI 寫作，文字風格直接、多條列、不拖泥帶水。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對於任何身心靈體系均保持「自我審查（缺失感）」，避免盲目迷信怪力亂神。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超覺靜坐與神秘體驗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每天固定進行兩小時早課（冥想、超覺靜坐、唸定地藏王菩薩經）。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能量教練（Win）的職涯轉折與心靈歷程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曾於冥想中與大天使米迦勒（Michael）及麥達昶（Metatron）連結，透過「地圖縮放（Zoom in/out）」方式精準感應到父母當時在台北市的某家銀行內，事後透過父親傳來的照片完全驗證。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靈修感知與安全防範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靈修初衷是「找回內在的平衡與平靜（平靜大於快樂）」。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警告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：不可隨意讓人「開通/開啟」靈性感知頻段。一旦開啟後無法關閉，台北市及外界龐大的混亂頻率將造成嚴重的資訊干擾，必須極度謹慎。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Excel 講師（Henry Yang 亨利洋）的 Threads 經營心法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核心人設：「消滅工作中的浪費」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討厭浪費時間與生命。身為程式工程師，看到同事用笨方法處理 Excel 時會直接上前糾正，將「自動化、消滅浪費」轉化為核心人設。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真有用的三大經營秘訣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1.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真實的力量（真）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：效果最好的爆紅文章往往最真實（例如日常 Excel 的真實感觸），而非字句最優美或最用梗的文章。做自己，真實就有力量。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Excel 講師（Henry Yang 亨利洋）的 Threads 經營心法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2.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專業降維（有用）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：專業是用來跟同行交流的。面對 Threads 大眾，應使用通俗言語分享最簡單實用的函數（如讓讀者覺得「好簡單，原來我也做得到」），藉此拉近距離。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3.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學了要去用（用）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：若不實踐，學再多自媒體課程都是「沒用的東西」。意志力是一時的，利用創造力與夥伴（陪跑團）共同創作、討論，能過濾雜質並提升追蹤者純度。亨利洋因此接到出書合約及線上課程邀約。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宇宙先生補充 — 「樂高學習法」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寫作結構建議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Threads 讀者划動資訊速度極快（0.1 ~ 0.2 秒），文章字數應控制在 200 至 250 字左右。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整篇分為 6 至 8 段，每段不超過 5 行，一行不超過 12 至 15 個字，段落間多留白以降低閱讀疲勞。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刪除與排列測試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宇宙先生補充 — 「樂高學習法」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若文章發布後 10 分鐘內完全無人按讚，可直接刪除（不影響帳號觸及率）。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像組裝「樂高積木」一樣重新微調段落順序，重新發送測試成效。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學員案例診斷與優化建議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1. 紫微斗數算命（指揮/鏡文）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：大頭照個人比例大且清晰。文章故事性與感性極強（如分享自己被資遣的心路歷程、小三諮詢轉正等個案），能精準吸引對應讀者並轉化為 LINE 諮詢。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個案分享原則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：撰寫個案故事必須取得當事人同意，透過「去識別化」（如修改年齡、細節背景）並先交給當事人教稿確認，在雙方舒服的狀態下才公開。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2. 邏輯派播客主持人（尾剛）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：最新貼文利用「我的特殊能力（如縫賭必輸、不怕蟑螂）」結合列點文，成功吸引大量讀者留言分享自己的特殊能力，高互動成效顯著。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3. 空軍大將軍（宥富）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：擅長撰寫高流量空軍文章（如個人成長、財富自由等列點文），粉絲從 6000 漲到 1.1 萬。但由於文章缺乏感性與情緒故事，讀者的黏著度與純度偏低。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4. 聯盟行銷與生活感分享者（學妹）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學員案例診斷與優化建議 (2/5)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：擅長分享生活感照片與高質感自拍，擁有極佳的社群敏感度，粉絲迅速破萬。主要變現方式為聯盟行銷（導購）與品牌業配。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5. 氣管碩士與雲端技術（東東）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診斷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：在 Threads 上發布 GCP 等硬核技術架構竟有高流量，自頂寫職涯故事（白話且具溫度）效果極佳。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：字界中的「氣管碩士」與「雲端架構」擇一聚焦即可，避免元素過多。私域端（Email 電子報）應撰寫軟性話題，像對待朋友一樣與訂閱者溝通，逐步建立信任。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6. 畫畫創作者（1919）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：利用「畫畫的 5 個實用方法」等乾貨文引流，並在置頂文中分享自己畫齡雖短但熱愛作畫的故事，單篇瀏覽量高達十幾萬。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7. 行銷顧問（Dennis）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學員案例診斷與優化建議 (3/5)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：字界偏長。文章寫法偏向部落格/網站文章格式，雖然含金量高，但故事性偏低且表情符號過多，建議減少符號並多融入故事元素。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8. 負債翻身故事（神導一哥）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：經調整後改寫自己「負債百萬如何重整人生」的海軍故事，單篇獲得 2000 個以上的讚，成功引發共鳴。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9. 頌缽療癒（凱特林）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診斷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：文章篇幅過長容易讓讀者失去耐心，且字界流於籠統、缺乏個人定位與差異化。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：精簡文章長度，並在字界中做出人設差異化。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10. 罕見疾病瘦身教練（明傑）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學員案例診斷與優化建議 (4/5)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診斷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：具有罕見疾病背景，具備極強且無法複製的差異化。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 1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：文章前面修飾詞過長，應「開門見山」第一句切入重點。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 2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：LINE 官方帳號發信成本高，建議改以「電子報」作為私域運營工具。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 3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：免費索取的誘餌產品應取一個平易近人的名稱（如「結合身心靈瘦身的 5 個實用懶人包」），降低讀者防備心。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11. 採購溝通專家（阿妹）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四、 學員案例診斷與優化建議 (5/5)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特點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：極具海軍生命故事的書寫天賦。借張惠妹演唱會門票話題（空軍）帶出自身溝通專業，獲得 2000+ 讚；寫「父親過世那一天」的真實離別故事，更獲得 4000+ 讚，帶給讀者極大的鼓舞與共感。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12. 大鎮（身心靈）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：大頭照若非本人，應選擇更具特色且能結合人設的圖片。字界目前流於自說自話，應調整為「你能為目標對象解決什麼問題」，明確點出服務特色。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C084FC"/>
                </a:solidFill>
                <a:latin typeface="Microsoft JhengHei"/>
              </a:rPr>
              <a:t>脆第三堂課程：起號攻略與實戰心法 — 課程大綱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Threads 起號的重要概念與前置認知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為什麼需要起號？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許多學員的 Threads 帳號原本處於停滯、放廢狀態，或是直接由 IG 自動連動發文。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避開聯動陷阱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：Threads 演算法並不鼓勵且會降低 IG 直接連動貼文的觸及率。即使內容相同，手動直接在 Threads 發文的效果也遠勝於自動聯動。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起號策略不僅適用於剛開張的新帳號，更適用於經營已久但毫無流量、無追蹤、無法變現的「僵屍帳號」。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一、 Threads 起號的重要概念與前置認知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APP 代操成功案例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講師代操某款軟體 APP 的官方帳號（無真人頭像，採用精緻設計的 Logo Icon）。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在初始粉絲不足 100 人的情況下，操作兩週粉絲即逼近 1000 人。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由於引流效果過於強大，軟體團隊甚至需要調控伺服器（Server）以防系統因瞬間下載量過大而爆表。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階段 1：測試階段（Test Phase） — 尋找引力點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準備素材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強制要求自己規劃並準備 30 天的文章主題，並依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空軍（泛流量話題）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、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地軍（乾貨列點）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、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海軍（個人故事）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進行分類。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設定單一目標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不要同時追蹤多個指標。新帳號應先聚焦於「總瀏覽量」或「新增追蹤數」；有基礎的帳號則聚焦於「私域轉化率」或「訂單數」。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模仿對標，拒絕「假會」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沒經驗的初學者應直接尋找同領域 5 個優秀對標帳號進行模仿，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完全照搬其成功的格式與排版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去填入自己的內容，切忌自行隨意修改成功模板。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鎖定成功模式，重複執行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廣告界傳奇葉明貴指出：「找到一個成功模式有效，就一直試，試到沒效為止。」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案例：利用 APP 平台的媒合特性，在 Threads 上發起特定地區的「店家互惠互追接龍（互追文）」，給予店家明確的曝光互惠理由，在台南、高雄等地區皆引爆極高互動。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階段 2：發酵階段（Fermentation Phase） — 蓄水與人設打造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打造雙軌制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在維持原有成功模式（主線）的同時，開始探索並測試第二種成功的模式（副線），確保流量穩定增長。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善用平台新功能（演算法紅利）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螢光筆（Highlighting）功能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：新功能推出時，演算法通常會給予流量獎勵。將已爆紅的貼文在兩三天後用螢光筆重新 highlight 轉發，可額外賺取數萬瀏覽量。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Hash Tags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：Threads 標籤在手機端極為顯眼，應明確打上精準標籤（如：*#找創作者*、*#互追曝光*），直接鎖定受眾意圖。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塑造真實人設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避免只發千篇一律、缺乏辨識度的「雞湯文」。人設的建立來自於對事件提出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明確、獨特且與眾不同的觀點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，並穿插個人真實的生活經歷，讓人設活起來。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養魚先養水：重視冷粉互動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在起步階段，對任何留言都要真情流露地積極回覆（例如主動發問「有照片嗎？」引導對方二度留言）。把粉絲當真人看，才能培養出高黏著度的鐵粉。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主動留言「截流」策略（以學員夢哥為例）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針對當前社會高度關注的熱門時事（如虐童案、知名 KOL 爭議）進行高頻率、認真且有溫度的留言。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黃金時間觀察法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：選擇發布 1-2 小時內、已有 10 個以上留言但瀏覽量未破萬的潛力文章進行留言，卡位熱門區以收割高曝光。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備用彈藥庫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：事先準備好長篇的通用知識（如推薦書單），當看見有人發問求推薦時，第一時間貼上並微調，快速轉化讀者為自身追蹤。</a:t>
            </a:r>
          </a:p>
          <a:p>
            <a:pPr lvl="3">
              <a:spcBef>
                <a:spcPts val="1400"/>
              </a:spcBef>
              <a:spcAft>
                <a:spcPts val="800"/>
              </a:spcAft>
            </a:pPr>
            <a:r>
              <a:rPr b="1" sz="1400">
                <a:solidFill>
                  <a:srgbClr val="818CF8"/>
                </a:solidFill>
                <a:latin typeface="Microsoft JhengHei"/>
              </a:rPr>
              <a:t>階段 3：引爆階段（Ignition Phase） — 信任收割與變現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一擊必殺（一擊斃命）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經過前面測試與發酵的鋪陳後，放出個人的重大生命轉折或奇葩經歷（海軍壓箱寶故事），瞬間引爆流量。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*案例 1*：學員 Ana（前護理師）以課程模板格式撰寫在護理界的委屈與感悟，單篇創造 100 萬瀏覽量。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600">
                <a:solidFill>
                  <a:srgbClr val="F1F5F9"/>
                </a:solidFill>
                <a:latin typeface="Microsoft JhengHei"/>
              </a:rPr>
              <a:t>*案例 2*：學員 Busy（前遊戲業營運長）在累積專業人設後，發文分享 24 歲當上營運長、手握 1.5 億廣告預算等壓箱寶故事，取得極大成功並成功轉單。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開門見山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當流量與信任鋪陳足夠，即可在本文或置頂留言中直接亮出產品購買或私域連結。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二、 起號三階段實戰架構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澄清迷信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：放連結不會被降觸及，會被降觸及是因為「文章寫得太爛、業配感太重、像廣告傳單」。只要情境相符、內容有價值，直球附上連結反而能極大化轉換率。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以量取勝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若產品比較生硬（如直銷、減肥產品）難以寫出爆紅文，則採用「一天多發、以量取勝」的策略。單篇只有 3000 瀏覽沒關係，發 10 篇也能累積 3 萬曝光。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答疑交流與變現探討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自己抄襲自己（舊文重複發布）的價值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Threads 的資訊流轉極快，同一個爆紅貼文，隔一兩個月完全一字不改重複發布，成效通常比第一次還好（因為累積了大量未看過此文的新粉絲）。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經營 Threads 越久會越輕鬆，因為你手頭擁有的爆紅舊文，都是可以隨時重發的免費高效彈藥庫。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變現項目的定位抉擇（以學員鏡文為例）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答疑交流與變現探討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學員痛點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：本業做命理諮詢，未來想推出「開運彩妝」變現，擔心突然端出彩妝會顯得太商業，進而影響命理人設。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建議 1（不分帳號經營）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：個人創作者時間精力寶貴，不建議開第二個帳號（會極大消耗大腦記憶體與時間）。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建議 2（客群高度重疊）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：命理與開運彩妝的受眾重疊度極高，可嘗試合併經營一兩個月觀察成效。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818CF8"/>
                </a:solidFill>
                <a:latin typeface="Microsoft JhengHei"/>
              </a:rPr>
              <a:t>• </a:t>
            </a:r>
            <a:r>
              <a:rPr b="1" sz="1800">
                <a:solidFill>
                  <a:srgbClr val="F472B6"/>
                </a:solidFill>
                <a:latin typeface="Microsoft JhengHei"/>
              </a:rPr>
              <a:t>建議 3（漏斗式引流）</a:t>
            </a:r>
            <a:r>
              <a:rPr sz="1800">
                <a:solidFill>
                  <a:srgbClr val="F1F5F9"/>
                </a:solidFill>
                <a:latin typeface="Microsoft JhengHei"/>
              </a:rPr>
              <a:t>：在公域（Threads）維持純粹的命理人設進行諮詢，當個案成交並加入私域（LINE 官方帳號）後，再於私域向其推廣開運彩妝，既能維持公域形象，又能有效變現。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C084FC"/>
                </a:solidFill>
                <a:latin typeface="Microsoft JhengHei"/>
              </a:rPr>
              <a:t>三、 答疑交流與變現探討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818CF8"/>
                </a:solidFill>
                <a:latin typeface="Microsoft JhengHei"/>
              </a:rPr>
              <a:t>✦ </a:t>
            </a:r>
            <a:r>
              <a:rPr b="1" sz="2000">
                <a:solidFill>
                  <a:srgbClr val="F472B6"/>
                </a:solidFill>
                <a:latin typeface="Microsoft JhengHei"/>
              </a:rPr>
              <a:t>建議 4（衡星與衛星定位）</a:t>
            </a:r>
            <a:r>
              <a:rPr sz="2000">
                <a:solidFill>
                  <a:srgbClr val="F1F5F9"/>
                </a:solidFill>
                <a:latin typeface="Microsoft JhengHei"/>
              </a:rPr>
              <a:t>：多開拓與主星（命理）相關的衛星分支（如開運彩妝），能使帳號更立體，解決原本「業配感太低、難以變現」的尷尬處境。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