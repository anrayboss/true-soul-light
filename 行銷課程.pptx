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60120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身心靈健康產業行銷課程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身心靈健康產業的行銷心法與實務 • 系統化架構規劃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JhengHei"/>
              </a:defRPr>
            </a:pPr>
            <a:r>
              <a:t>1. ㄘ存量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1. ㄘ存量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74520"/>
            <a:ext cx="36576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Microsoft JhengHei"/>
              </a:defRPr>
            </a:pPr>
            <a:r>
              <a:t>ㄗ自信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2757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清楚定位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ㄇ目標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ㄔ成果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2058" y="1874520"/>
            <a:ext cx="36576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1786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JhengHei"/>
              </a:defRPr>
            </a:pPr>
            <a:r>
              <a:t>他人信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423160"/>
            <a:ext cx="302757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ㄕ數字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ㄍ感受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9716" y="1874520"/>
            <a:ext cx="36576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t>很多人信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JhengHei"/>
              </a:defRPr>
            </a:pPr>
            <a:r>
              <a:t>2.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2. HOW - ㄌ流量 (天)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74520"/>
            <a:ext cx="36576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Microsoft JhengHei"/>
              </a:defRPr>
            </a:pPr>
            <a:r>
              <a:t>ㄗ自媒體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2757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1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2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2058" y="1874520"/>
            <a:ext cx="36576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1786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JhengHei"/>
              </a:defRPr>
            </a:pPr>
            <a:r>
              <a:t>大眾媒體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9716" y="1874520"/>
            <a:ext cx="36576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9444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t>ㄨ網軍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423160"/>
            <a:ext cx="302757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ㄊ推薦文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詢問文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JhengHei"/>
              </a:defRPr>
            </a:pPr>
            <a:r>
              <a:t>2.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2. HOW - ㄌ流量 (人)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74520"/>
            <a:ext cx="36576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Microsoft JhengHei"/>
              </a:defRPr>
            </a:pPr>
            <a:r>
              <a:t>ㄖ認識的人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2757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A</a:t>
            </a:r>
          </a:p>
          <a:p>
            <a:pPr>
              <a:spcAft>
                <a:spcPts val="600"/>
              </a:spcAft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    -  要用特殊符號</a:t>
            </a:r>
          </a:p>
          <a:p>
            <a:pPr>
              <a:spcAft>
                <a:spcPts val="600"/>
              </a:spcAft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    -  如何發文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B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2058" y="1874520"/>
            <a:ext cx="36576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1786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JhengHei"/>
              </a:defRPr>
            </a:pPr>
            <a:r>
              <a:t>ㄇ陌生開發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423160"/>
            <a:ext cx="302757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(無標題)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2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9716" y="1874520"/>
            <a:ext cx="36576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t>ㄈ團體開發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9716" y="2423160"/>
            <a:ext cx="302757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ㄗ自我介紹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ㄕ上台分享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ㄖ引起興趣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JhengHei"/>
              </a:defRPr>
            </a:pPr>
            <a:r>
              <a:t>2.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2. HOW - ㄌ流量 (ㄉ地)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74520"/>
            <a:ext cx="36576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Microsoft JhengHei"/>
              </a:defRPr>
            </a:pPr>
            <a:r>
              <a:t>主題分支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2757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2058" y="1874520"/>
            <a:ext cx="36576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1786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JhengHei"/>
              </a:defRPr>
            </a:pPr>
            <a:r>
              <a:t>主題分支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9716" y="1874520"/>
            <a:ext cx="36576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9444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t>主題分支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JhengHei"/>
              </a:defRPr>
            </a:pPr>
            <a:r>
              <a:t>2.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2. HOW - 其他管道與存量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74520"/>
            <a:ext cx="36576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10512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Microsoft JhengHei"/>
              </a:defRPr>
            </a:pPr>
            <a:r>
              <a:t>主題分支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645920"/>
            <a:ext cx="5227167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5887" y="1874520"/>
            <a:ext cx="36576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5615" y="1810512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JhengHei"/>
              </a:defRPr>
            </a:pPr>
            <a:r>
              <a:t>存量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423160"/>
            <a:ext cx="4861407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1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2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3. 主題分支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Microsoft JhengHei"/>
              </a:defRPr>
            </a:pPr>
            <a:r>
              <a:t>身心靈健康產業行銷架構 • 核心策略模組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JhengHei"/>
              </a:defRPr>
            </a:pPr>
            <a:r>
              <a:t>4. ㄎ存量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4. ㄎ存量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74520"/>
            <a:ext cx="36576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Microsoft JhengHei"/>
              </a:defRPr>
            </a:pPr>
            <a:r>
              <a:t>ㄕ諮詢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2757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一次結束</a:t>
            </a:r>
          </a:p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2058" y="1874520"/>
            <a:ext cx="36576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1786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JhengHei"/>
              </a:defRPr>
            </a:pPr>
            <a:r>
              <a:t>ㄎ課程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423160"/>
            <a:ext cx="302757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645920"/>
            <a:ext cx="3393338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9716" y="1874520"/>
            <a:ext cx="36576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1810512"/>
            <a:ext cx="29818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t>ㄙ產品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9716" y="2423160"/>
            <a:ext cx="302757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1F5F9"/>
                </a:solidFill>
                <a:latin typeface="Microsoft JhengHei"/>
              </a:defRPr>
            </a:pPr>
            <a:r>
              <a:t>•  主題分支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5. 變現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Microsoft JhengHei"/>
              </a:defRPr>
            </a:pPr>
            <a:r>
              <a:t>身心靈健康產業行銷架構 • 核心策略模組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6. 主題分支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Microsoft JhengHei"/>
              </a:defRPr>
            </a:pPr>
            <a:r>
              <a:t>身心靈健康產業行銷架構 • 核心策略模組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