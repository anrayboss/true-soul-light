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26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第五堂：流量來源方法與實戰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一、 自媒體經營心態與平台趨勢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1200504" cy="4724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個人品牌實戰經驗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Threads 目前具備極大的流量紅利，類似早期「短影音平台」剛崛起的商機。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自媒體經營的四大核心心態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觀察力</a:t>
            </a:r>
            <a:r>
              <a:rPr b="0">
                <a:solidFill>
                  <a:srgbClr val="334155"/>
                </a:solidFill>
              </a:rPr>
              <a:t>：學會觀察熱門文章的爆紅軌跡，理解其運作邏輯。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2. </a:t>
            </a:r>
            <a:r>
              <a:rPr b="1">
                <a:solidFill>
                  <a:srgbClr val="0369A1"/>
                </a:solidFill>
              </a:rPr>
              <a:t>利他</a:t>
            </a:r>
            <a:r>
              <a:rPr b="0">
                <a:solidFill>
                  <a:srgbClr val="334155"/>
                </a:solidFill>
              </a:rPr>
              <a:t>：分享有價值的內容，主動協助與回饋他人（如幫忙轉貼好文章、用心回覆留言）。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真實</a:t>
            </a:r>
            <a:r>
              <a:rPr b="0">
                <a:solidFill>
                  <a:srgbClr val="334155"/>
                </a:solidFill>
              </a:rPr>
              <a:t>：展現最真實的自我，敢於分享生命中深刻的挫折與真實感悟。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4. </a:t>
            </a:r>
            <a:r>
              <a:rPr b="1">
                <a:solidFill>
                  <a:srgbClr val="0369A1"/>
                </a:solidFill>
              </a:rPr>
              <a:t>輕鬆心態</a:t>
            </a:r>
            <a:r>
              <a:rPr b="0">
                <a:solidFill>
                  <a:srgbClr val="334155"/>
                </a:solidFill>
              </a:rPr>
              <a:t>：不要把經營當成沈重的日更功課，以「交朋友」的心態出發。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Threads 趨勢與商業機會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全台瘋 Threads 效應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台灣的 Threads 使用量在考量人口比例與活躍度下，位居全球第一，甚至連 Meta 執行長祖克柏都感到驚訝。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2025 年廣告變現新商機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預計 2025 年 Threads 將正式啟動廣告投放功能。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廣告帶來的商業化價值將吸引大量企業品牌進駐，進而產生代操（Ghostwriting）、內部培訓與品牌業配等大量個人創作者的商業合作機會。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二、 Threads 趨勢與商業機會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打破經營心魔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Who Cares?</a:t>
            </a:r>
            <a:r>
              <a:rPr b="0">
                <a:solidFill>
                  <a:srgbClr val="334155"/>
                </a:solidFill>
              </a:rPr>
              <a:t> 讀者並不會記得你單篇貼文的瑕疵，大家看的是整體的「品牌印象」與「感覺」。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經營社群不需要過度的完美主義與道德包袱，把自己視為「河道上的一角」，以靈活、滾動式修正的心態持續輸出內容即可。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Threads 底層邏輯與開場白技巧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講人話的原則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使用白話文與容易聽懂的語言，避免使用艱深的專業名詞。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爆紅開場白的三大技巧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1. </a:t>
            </a:r>
            <a:r>
              <a:rPr b="1">
                <a:solidFill>
                  <a:srgbClr val="0369A1"/>
                </a:solidFill>
              </a:rPr>
              <a:t>情緒張力（第一句話決定勝負）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負面張力</a:t>
            </a:r>
            <a:r>
              <a:rPr b="0">
                <a:solidFill>
                  <a:srgbClr val="334155"/>
                </a:solidFill>
              </a:rPr>
              <a:t>：利用「貪、嗔、癡、慢、疑」等痛點引發強烈共鳴（如：「為什麼你到現在存不到錢」）。*註：吸引注意後必須回歸正面價值輸出，避免淪為引戰帳號。*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正面張力</a:t>
            </a:r>
            <a:r>
              <a:rPr b="0">
                <a:solidFill>
                  <a:srgbClr val="334155"/>
                </a:solidFill>
              </a:rPr>
              <a:t>：分享溫暖、感動或有趣的故事（如：與計程車司機的對話）。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2. </a:t>
            </a:r>
            <a:r>
              <a:rPr b="1">
                <a:solidFill>
                  <a:srgbClr val="0369A1"/>
                </a:solidFill>
              </a:rPr>
              <a:t>含金量與實用性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三、 Threads 底層邏輯與開場白技巧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具體數字</a:t>
            </a:r>
            <a:r>
              <a:rPr b="0">
                <a:solidFill>
                  <a:srgbClr val="334155"/>
                </a:solidFill>
              </a:rPr>
              <a:t>：使用量化指標展現投入時間與價值（如：「看了一百本書學到的七件事」）。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名人背書</a:t>
            </a:r>
            <a:r>
              <a:rPr b="0">
                <a:solidFill>
                  <a:srgbClr val="334155"/>
                </a:solidFill>
              </a:rPr>
              <a:t>：分析知名人物的做法（如：「分析某某人經營帳號的21個方法」）。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實戰心得</a:t>
            </a:r>
            <a:r>
              <a:rPr b="0">
                <a:solidFill>
                  <a:srgbClr val="334155"/>
                </a:solidFill>
              </a:rPr>
              <a:t>：分享個人真實的產業或生活攻略（如：「幫300人算塔羅牌後學到的五件事」）。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3. </a:t>
            </a:r>
            <a:r>
              <a:rPr b="1">
                <a:solidFill>
                  <a:srgbClr val="0369A1"/>
                </a:solidFill>
              </a:rPr>
              <a:t>重點與懸念並存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開場白第一句話應同時具備「一個重點」與「一個好奇點」，不要只有無意義的懸念。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排版優化</a:t>
            </a:r>
            <a:r>
              <a:rPr b="0">
                <a:solidFill>
                  <a:srgbClr val="334155"/>
                </a:solidFill>
              </a:rPr>
              <a:t>：善用斷行與舒適的視覺版面來提升閱讀率。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個人品牌定位與變現策略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IKIGAI（生存價值）定位法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透過思考四個圓圈的交集來確立定位：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1. 你享受/熱愛的事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2. 你擅長的事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3. 世界需要的事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4. 別人願意付錢請你做的事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案例：定位為「最懂美業的身心靈塔羅老師」。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個人品牌定位與變現策略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3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選物店概念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分享符合自己品牌風格與形象的素材，而非盲目跟風。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點線面思維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從狹窄的「點」逐步擴大到「線」與「面」，以擴大受眾池（例如：從「SEO顧問」-&gt;「網路行銷」-&gt;「如何在網路上賺錢」）。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蜜蜂與花粉效應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廣大群眾（蜜蜂）會被優質貼文吸引並協助轉播，進而讓你的花粉（定位/價值）觸及並成交到精準的潛在客戶（其他的花）。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四、 個人品牌定位與變現策略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800">
                <a:latin typeface="Microsoft JhengHei"/>
              </a:defRPr>
            </a:pP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✦  </a:t>
            </a:r>
            <a:r>
              <a:rPr kumimoji="0" lang="zh-TW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369A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以終為始的產品設計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盡早規劃最終的變現服務或產品（如：諮詢、免費/付費電子書、小額服務）。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五、 帳號優化與跨平台營運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個人檔案（Bio）與大頭貼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這是將流量轉化為追蹤者的關鍵。Bio 需聚焦於有趣度、故事度、權威度、聚焦度與特色度。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平台連動的陷阱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建議</a:t>
            </a:r>
            <a:r>
              <a:rPr b="1">
                <a:solidFill>
                  <a:srgbClr val="0369A1"/>
                </a:solidFill>
              </a:rPr>
              <a:t>關閉</a:t>
            </a:r>
            <a:r>
              <a:rPr b="0">
                <a:solidFill>
                  <a:srgbClr val="334155"/>
                </a:solidFill>
              </a:rPr>
              <a:t> IG 自動連動至 Threads 的功能（自動連動的圖片/產品照觸及率通常極低）。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建議在 Threads 上爆紅的文章，手動轉貼至 Twitter/X 或 Facebook 等其他平台。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六、 個人品牌與自我介紹（自介/Bio）優化原則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特色定位與反差感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避開差異化盲點</a:t>
            </a:r>
            <a:r>
              <a:rPr b="0">
                <a:solidFill>
                  <a:srgbClr val="334155"/>
                </a:solidFill>
              </a:rPr>
              <a:t>：若只寫「身心靈老師」、「瘦身教練」或「保險業務」，在社群上缺乏辨識度，讀者便沒有追蹤的理由。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量化指標</a:t>
            </a:r>
            <a:r>
              <a:rPr b="0">
                <a:solidFill>
                  <a:srgbClr val="334155"/>
                </a:solidFill>
              </a:rPr>
              <a:t>：使用具體數字佐證實力（例如：「經營 10 年」、「幫超過 1 萬名客戶解決問題」）。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創造人設反差</a:t>
            </a:r>
            <a:r>
              <a:rPr b="0">
                <a:solidFill>
                  <a:srgbClr val="334155"/>
                </a:solidFill>
              </a:rPr>
              <a:t>：主業與副業/生活面向結合，讓形象更立體。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案例：*「懂身心靈的理財規劃師」*、*「熱愛 AI 的爬山嚮導」*、*「商業邏輯極強的瑜伽老師」*。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六、 個人品牌與自我介紹（自介/Bio）優化原則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避免被濫用的套話（Buzzwords）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自我介紹中避免塞滿過度被濫用、易使人聯想到詐騙或直銷的詞彙，如：*成長型思維、熱愛成長、分享生活、創業中*。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手機版折疊防範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手機版畫面的自介若寫太長會被演算法折疊省略。務必將</a:t>
            </a:r>
            <a:r>
              <a:rPr b="1">
                <a:solidFill>
                  <a:srgbClr val="0369A1"/>
                </a:solidFill>
              </a:rPr>
              <a:t>核心價值、數字成果</a:t>
            </a:r>
            <a:r>
              <a:rPr b="0">
                <a:solidFill>
                  <a:srgbClr val="334155"/>
                </a:solidFill>
              </a:rPr>
              <a:t>放在最前面，避免放在被折疊的後半段。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頭像（Avatar）設置原則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尺寸夠大</a:t>
            </a:r>
            <a:r>
              <a:rPr b="0">
                <a:solidFill>
                  <a:srgbClr val="334155"/>
                </a:solidFill>
              </a:rPr>
              <a:t>：裁切至清晰的五官或核心主題。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六、 個人品牌與自我介紹（自介/Bio）優化原則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反差鮮明</a:t>
            </a:r>
            <a:r>
              <a:rPr b="0">
                <a:solidFill>
                  <a:srgbClr val="334155"/>
                </a:solidFill>
              </a:rPr>
              <a:t>：人物與背景顏色對比明顯，背景乾淨或去背。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主題明確</a:t>
            </a:r>
            <a:r>
              <a:rPr b="0">
                <a:solidFill>
                  <a:srgbClr val="334155"/>
                </a:solidFill>
              </a:rPr>
              <a:t>：符合品牌定位（例如：英文老師搭配英倫風、設計師放設計感強的圖）。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對標練習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找出同領域 5 個優秀對標帳號，仔細觀察並模仿其大頭照、自介撰寫方式與發文頻率。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七、 Threads 的去中心化特徵與演算法趨勢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去中心化平台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與 Facebook 依靠流量大佬/意見領袖轉貼即可起飛的模式不同，Threads 具備「去中心化」特徵。即使大佬轉貼，若內容本身不夠好或無法引發共鳴，依然無法擴散。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演算法最新擴散邏輯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粉絲優先看到</a:t>
            </a:r>
            <a:r>
              <a:rPr b="0">
                <a:solidFill>
                  <a:srgbClr val="334155"/>
                </a:solidFill>
              </a:rPr>
              <a:t>：新演算法會優先將你的貼文推給現有的追蹤者。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互動決定擴散</a:t>
            </a:r>
            <a:r>
              <a:rPr b="0">
                <a:solidFill>
                  <a:srgbClr val="334155"/>
                </a:solidFill>
              </a:rPr>
              <a:t>：貼文在既有粉絲中的互動率（點讚、留言、轉發）良好，演算法才會將其進一步向外擴散給非追蹤者。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七、 Threads 的去中心化特徵與演算法趨勢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1">
                <a:solidFill>
                  <a:srgbClr val="0369A1"/>
                </a:solidFill>
              </a:rPr>
              <a:t>突破同溫層話題</a:t>
            </a:r>
            <a:r>
              <a:rPr b="0">
                <a:solidFill>
                  <a:srgbClr val="334155"/>
                </a:solidFill>
              </a:rPr>
              <a:t>：若想大範圍擴散，應撰寫與大眾高交集的主題（如：「賺錢」、「自身重大的生命轉折與故事」），或專注產出既有粉絲高黏著的內容。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八、 主題發想與 AI 應用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「做什麼寫什麼，學什麼分享什麼」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自媒體經營最簡單的心態是日常記錄。今天上課、讀書或工作的筆記，直接整理成 Threads 貼文。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推薦閱讀社群大師 Gary Vaynerchuk (Gary Vee) 的社群操作書籍。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心智圖與痛點分析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梳理客戶對你專業領域最常產生的疑惑或痛點（例如：*「身心靈是真的嗎？」*、*「身心靈對我有用嗎？」*），將這些問題作為地軍（知識乾貨）的寫作地圖。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八、 主題發想與 AI 應用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AI 主題生成魔法咒語（Prompts）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當寫好個人定位自介後，可將自介丟給 ChatGPT 並使用以下咒語：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&gt; *「這是我的 Threads 自我介紹定位。請根據我的定位，想出 100 個在 Threads 上可以寫的文章主題。記得，議題必須兼具極大的討論性與普及性。」*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九、 答疑交流與變現探討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1">
                <a:solidFill>
                  <a:srgbClr val="0369A1"/>
                </a:solidFill>
              </a:rPr>
              <a:t>自己抄襲自己（舊文重複發布）的價值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Threads 的資訊流轉極快，同一個爆紅貼文，隔一兩個月完全一字不改重複發布，成效通常比第一次還好（因為累積了大量未看過此文的新粉絲）。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經營 Threads 越久會越輕鬆，因為你手頭擁有的爆紅舊文，都是可以隨時重發的免費高效彈藥庫。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798</Words>
  <Application>Microsoft Office PowerPoint</Application>
  <PresentationFormat>寬螢幕</PresentationFormat>
  <Paragraphs>98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Microsoft JhengHei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Victor</cp:lastModifiedBy>
  <cp:revision>2</cp:revision>
  <dcterms:created xsi:type="dcterms:W3CDTF">2013-01-27T09:14:16Z</dcterms:created>
  <dcterms:modified xsi:type="dcterms:W3CDTF">2026-06-19T11:59:30Z</dcterms:modified>
  <cp:category/>
</cp:coreProperties>
</file>