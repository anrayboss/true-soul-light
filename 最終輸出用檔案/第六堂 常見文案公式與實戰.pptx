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26" y="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293B"/>
                </a:solidFill>
                <a:latin typeface="Microsoft JhengHei"/>
              </a:defRPr>
            </a:pPr>
            <a:r>
              <a:t>第六堂：常見文案公式與實戰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291840"/>
            <a:ext cx="3962095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一、 核心社群策略：空海地三軍混合架構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三軍策略複習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空軍（Air Force）</a:t>
            </a:r>
            <a:r>
              <a:rPr b="0">
                <a:solidFill>
                  <a:srgbClr val="334155"/>
                </a:solidFill>
              </a:rPr>
              <a:t>：以新奇有趣、具備高度情緒價值的內容（如冷知識、搞笑照片、時事互動），在大範圍內吸引目光並觸及群眾。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地軍（Ground Force）</a:t>
            </a:r>
            <a:r>
              <a:rPr b="0">
                <a:solidFill>
                  <a:srgbClr val="334155"/>
                </a:solidFill>
              </a:rPr>
              <a:t>：以高知識含金量、實用的列點文/懶人包（如工具推薦、讀書筆記），展現專業能力以吸引精準追蹤。*關鍵在於要用「白話文」與「個人觀點」重新包裝，避免落入 AI 罐頭感的無情輸出。*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海軍（Navy）</a:t>
            </a:r>
            <a:r>
              <a:rPr b="0">
                <a:solidFill>
                  <a:srgbClr val="334155"/>
                </a:solidFill>
              </a:rPr>
              <a:t>：分享真實生命故事、職涯轉折、深刻的反思與自身的「脆弱面」，以建立強烈的信任感，這是最終導向產品或服務成交的關鍵。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一、 核心社群策略：空海地三軍混合架構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進階混合應用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真正容易爆紅且長效的文章，往往不是單一類型，而是將「空軍（趣味故事）」、「地軍（知識觀點）」與「海軍（個人情感與價值觀）」三者混合運用的文體。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二、 優秀案例解析與實戰分析 (1/3)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地軍/乾貨類案例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設計師工具分享</a:t>
            </a:r>
            <a:r>
              <a:rPr b="0">
                <a:solidFill>
                  <a:srgbClr val="334155"/>
                </a:solidFill>
              </a:rPr>
              <a:t>：聚焦於實用設計工具的點對點分享。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讀書心得筆記</a:t>
            </a:r>
            <a:r>
              <a:rPr b="0">
                <a:solidFill>
                  <a:srgbClr val="334155"/>
                </a:solidFill>
              </a:rPr>
              <a:t>：遇到寫作沒靈感時，去讀書、看 YouTube 並整理筆記。將吸收的內容用白話文列點打在 Threads 上。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海軍與混合型案例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身心靈觀點文</a:t>
            </a:r>
            <a:r>
              <a:rPr b="0">
                <a:solidFill>
                  <a:srgbClr val="334155"/>
                </a:solidFill>
              </a:rPr>
              <a:t>：指出「現在的身心靈已與十到二十年前不同」，以吸睛的產業痛點開場，並融入大量的個人深刻體驗與觀點。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二、 優秀案例解析與實戰分析 (2/3)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專業與人設兼具（以 Dennis 為例）</a:t>
            </a:r>
            <a:r>
              <a:rPr b="0">
                <a:solidFill>
                  <a:srgbClr val="334155"/>
                </a:solidFill>
              </a:rPr>
              <a:t>：一開始只寫硬核的行銷乾貨（地軍），流量遇到瓶頸；後來穿插「被專案經理罵」等立體的生活小故事（海軍），成功讓人設活起來，兼顧專業度與親和力。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夜店總裁對話體</a:t>
            </a:r>
            <a:r>
              <a:rPr b="0">
                <a:solidFill>
                  <a:srgbClr val="334155"/>
                </a:solidFill>
              </a:rPr>
              <a:t>：以霸道總裁式的「小說對話體」包裝，前半部為空軍故事，後半部結合情緒價值的地軍知識點（如：「別解釋你的行為，讓對方自己找答案，才是真正的感情情緒價值」）。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模板化寫作法（前海軍少校）</a:t>
            </a:r>
            <a:r>
              <a:rPr b="0">
                <a:solidFill>
                  <a:srgbClr val="334155"/>
                </a:solidFill>
              </a:rPr>
              <a:t>：以固定格式（「朋友問我...我想了想回答...朋友驚訝/疑惑...我摸摸頭或溫柔笑笑...最後加 PS 補充」）進行高紀律、每日三餐式的操練輸出。文字極度精煉，成功建立「森林智者」的立體人設，每五篇就能爆紅一篇。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二、 優秀案例解析與實戰分析 (3/3)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生活捷運對話體</a:t>
            </a:r>
            <a:r>
              <a:rPr b="0">
                <a:solidFill>
                  <a:srgbClr val="334155"/>
                </a:solidFill>
              </a:rPr>
              <a:t>：借題發揮跨年夜在捷運站目睹的精煉情侶對話，最後點綴自己的溫暖感悟，用故事吸引讀者，建立高共鳴。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道家心靈雞湯（太以道長）</a:t>
            </a:r>
            <a:r>
              <a:rPr b="0">
                <a:solidFill>
                  <a:srgbClr val="334155"/>
                </a:solidFill>
              </a:rPr>
              <a:t>：以幽默、淺顯的白話文解釋血光、病符、破財等晦澀的道教民俗知識，並在結尾給予正向的能量引導，提供兼具認知與情緒價值的混合內容。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三、 Threads 起號的重要概念與前置認知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3729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為什麼需要起號？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許多學員的 Threads 帳號原本處於停滯、放廢狀態，或是直接由 IG 自動連動發文。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避開聯動陷阱</a:t>
            </a:r>
            <a:r>
              <a:rPr b="0">
                <a:solidFill>
                  <a:srgbClr val="334155"/>
                </a:solidFill>
              </a:rPr>
              <a:t>：Threads 演算法並不鼓勵且會降低 IG 直接連動貼文的觸及率。即使內容相同，手動直接在 Threads 發文的效果也遠勝於自動聯動。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起號策略不僅適用於剛開張的新帳號，更適用於經營已久但毫無流量、無追蹤、無法變現的「僵屍帳號」。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三、 Threads 起號的重要概念與前置認知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2959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800">
                <a:latin typeface="Microsoft JhengHei"/>
              </a:defRPr>
            </a:pPr>
            <a:r>
              <a:rPr kumimoji="0" lang="en-US" altLang="zh-TW" sz="2800" b="1" i="0" u="none" strike="noStrike" kern="1200" cap="none" spc="0" normalizeH="0" baseline="0" noProof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kumimoji="0" lang="en-US" altLang="zh-TW" sz="2800" b="1" i="0" u="none" strike="noStrike" kern="1200" cap="none" spc="0" normalizeH="0" baseline="0" noProof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APP </a:t>
            </a: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代操成功案例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講師代操某款軟體 APP 的官方帳號（無真人頭像，採用精緻設計的 Logo Icon）。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在初始粉絲不足 100 人的情況下，操作兩週粉絲即逼近 1000 人。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由於引流效果過於強大，軟體團隊甚至需要調控伺服器（Server）以防系統因瞬間下載量過大而爆表。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0" y="2011680"/>
            <a:ext cx="301752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83344"/>
                </a:solidFill>
                <a:latin typeface="Microsoft JhengHei"/>
              </a:defRPr>
            </a:pPr>
            <a:r>
              <a:t>四、 起號三階段實戰架構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階段 1：測試階段（Test Phase） — 尋找引力點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準備素材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強制要求自己規劃並準備 30 天的文章主題，並依</a:t>
            </a:r>
            <a:r>
              <a:rPr b="1">
                <a:solidFill>
                  <a:srgbClr val="0369A1"/>
                </a:solidFill>
              </a:rPr>
              <a:t>空軍（泛流量話題）</a:t>
            </a:r>
            <a:r>
              <a:rPr b="0">
                <a:solidFill>
                  <a:srgbClr val="334155"/>
                </a:solidFill>
              </a:rPr>
              <a:t>、</a:t>
            </a:r>
            <a:r>
              <a:rPr b="1">
                <a:solidFill>
                  <a:srgbClr val="0369A1"/>
                </a:solidFill>
              </a:rPr>
              <a:t>地軍（乾貨列點）</a:t>
            </a:r>
            <a:r>
              <a:rPr b="0">
                <a:solidFill>
                  <a:srgbClr val="334155"/>
                </a:solidFill>
              </a:rPr>
              <a:t>、</a:t>
            </a:r>
            <a:r>
              <a:rPr b="1">
                <a:solidFill>
                  <a:srgbClr val="0369A1"/>
                </a:solidFill>
              </a:rPr>
              <a:t>海軍（個人故事）</a:t>
            </a:r>
            <a:r>
              <a:rPr b="0">
                <a:solidFill>
                  <a:srgbClr val="334155"/>
                </a:solidFill>
              </a:rPr>
              <a:t>進行分類。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設定單一目標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不要同時追蹤多個指標。新帳號應先聚焦於「總瀏覽量」或「新增追蹤數」；有基礎的帳號則聚焦於「私域轉化率」或「訂單數」。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階段 1：測試階段（Test Phase） — 尋找引力點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800">
                <a:latin typeface="Microsoft JhengHei"/>
              </a:defRPr>
            </a:pP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模仿對標，拒絕「假會」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沒經驗的初學者應直接尋找同領域 5 個優秀對標帳號進行模仿，</a:t>
            </a:r>
            <a:r>
              <a:rPr b="1">
                <a:solidFill>
                  <a:srgbClr val="0369A1"/>
                </a:solidFill>
              </a:rPr>
              <a:t>完全照搬其成功的格式與排版</a:t>
            </a:r>
            <a:r>
              <a:rPr b="0">
                <a:solidFill>
                  <a:srgbClr val="334155"/>
                </a:solidFill>
              </a:rPr>
              <a:t>去填入自己的內容，切忌自行隨意修改成功模板。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鎖定成功模式，重複執行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廣告界傳奇葉明貴指出：「找到一個成功模式有效，就一直試，試到沒效為止。」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案例：利用 APP 平台的媒合特性，在 Threads 上發起特定地區的「店家互惠互追接龍（互追文）」，給予店家明確的曝光互惠理由，在台南、高雄等地區皆引爆極高互動。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階段 2：發酵階段</a:t>
            </a:r>
            <a:r>
              <a:rPr lang="zh-TW" altLang="en-US"/>
              <a:t> </a:t>
            </a:r>
            <a:r>
              <a:t>— 蓄水與人設打造 (1/3)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打造雙軌制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在維持原有成功模式（主線）的同時，開始探索並測試第二種成功的模式（副線），確保流量穩定增長。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善用平台新功能（演算法紅利）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螢光筆（Highlighting）功能</a:t>
            </a:r>
            <a:r>
              <a:rPr b="0">
                <a:solidFill>
                  <a:srgbClr val="334155"/>
                </a:solidFill>
              </a:rPr>
              <a:t>：新功能推出時，演算法通常會給予流量獎勵。將已爆紅的貼文在兩三天後用螢光筆重新 highlight 轉發，可額外賺取數萬瀏覽量。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Hash Tags</a:t>
            </a:r>
            <a:r>
              <a:rPr b="0">
                <a:solidFill>
                  <a:srgbClr val="334155"/>
                </a:solidFill>
              </a:rPr>
              <a:t>：Threads 標籤在手機端極為顯眼，應明確打上精準標籤（如：*#找創作者*、*#互追曝光*），直接鎖定受眾意圖。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階段 2：發酵階段</a:t>
            </a:r>
            <a:r>
              <a:rPr lang="zh-TW" altLang="en-US"/>
              <a:t> </a:t>
            </a:r>
            <a:r>
              <a:t>— 蓄水與人設打造 (2/3)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塑造真實人設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避免只發千篇一律、缺乏辨識度的「雞湯文」。人設的建立來自於對事件提出</a:t>
            </a:r>
            <a:r>
              <a:rPr b="1">
                <a:solidFill>
                  <a:srgbClr val="0369A1"/>
                </a:solidFill>
              </a:rPr>
              <a:t>明確、獨特且與眾不同的觀點</a:t>
            </a:r>
            <a:r>
              <a:rPr b="0">
                <a:solidFill>
                  <a:srgbClr val="334155"/>
                </a:solidFill>
              </a:rPr>
              <a:t>，並穿插個人真實的生活經歷，讓人設活起來。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養魚先養水：重視冷粉互動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在起步階段，對任何留言都要真情流露地積極回覆（例如主動發問「有照片嗎？」引導對方二度留言）。把粉絲當真人看，才能培養出高黏著度的鐵粉。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階段 2：發酵階段</a:t>
            </a:r>
            <a:r>
              <a:rPr lang="zh-TW" altLang="en-US"/>
              <a:t> </a:t>
            </a:r>
            <a:r>
              <a:t>— 蓄水與人設打造 (3/3)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3344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800">
                <a:latin typeface="Microsoft JhengHei"/>
              </a:defRPr>
            </a:pP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主動留言「截流」策略（以學員夢哥為例）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針對當前社會高度關注的熱門時事（如虐童案、知名 KOL 爭議）進行高頻率、認真且有溫度的留言。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黃金時間觀察法</a:t>
            </a:r>
            <a:r>
              <a:rPr b="0">
                <a:solidFill>
                  <a:srgbClr val="334155"/>
                </a:solidFill>
              </a:rPr>
              <a:t>：選擇發布 1-2 小時內、已有 10 個以上留言但瀏覽量未破萬的潛力文章進行留言，卡位熱門區以收割高曝光。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備用彈藥庫</a:t>
            </a:r>
            <a:r>
              <a:rPr b="0">
                <a:solidFill>
                  <a:srgbClr val="334155"/>
                </a:solidFill>
              </a:rPr>
              <a:t>：事先準備好長篇的通用知識（如推薦書單），當看見有人發問求推薦時，第一時間貼上並微調，快速轉化讀者為自身追蹤。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階段 3：引爆階段</a:t>
            </a:r>
            <a:r>
              <a:rPr lang="zh-TW" altLang="en-US"/>
              <a:t> </a:t>
            </a:r>
            <a:r>
              <a:t>— 信任收割與變現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3729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一擊必殺（一擊斃命）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經過前面測試與發酵的鋪陳後，放出個人的重大生命轉折或奇葩經歷（海軍壓箱寶故事），瞬間引爆流量。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*案例 1*：學員 Ana（前護理師）以課程模板格式撰寫在護理界的委屈與感悟，單篇創造 100 萬瀏覽量。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*案例 2*：學員 Busy（前遊戲業營運長）在累積專業人設後，發文分享 24 歲當上營運長、手握 1.5 億廣告預算等壓箱寶故事，取得極大成功並成功轉單。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階段 3：引爆階段</a:t>
            </a:r>
            <a:r>
              <a:rPr lang="zh-TW" altLang="en-US"/>
              <a:t> </a:t>
            </a:r>
            <a:r>
              <a:t>— 信任收割與變現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800">
                <a:latin typeface="Microsoft JhengHei"/>
              </a:defRPr>
            </a:pP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開門見山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當流量與信任鋪陳足夠，即可在本文或置頂留言中直接亮出產品購買或私域連結。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澄清迷信</a:t>
            </a:r>
            <a:r>
              <a:rPr b="0">
                <a:solidFill>
                  <a:srgbClr val="334155"/>
                </a:solidFill>
              </a:rPr>
              <a:t>：放連結不會被降觸及，會被降觸及是因為「文章寫得太爛、業配感太重、像廣告傳單」。只要情境相符、內容有價值，直球附上連結反而能極大化轉換率。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以量取勝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若產品比較生硬（如直銷、減肥產品）難以寫出爆紅文，則採用「一天多發、以量取勝」的策略。單篇只有 3000 瀏覽沒關係，發 10 篇也能累積 3 萬曝光。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五、 進階社群操作技巧：軍師的 17 個實戰策略 (1/5)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1. </a:t>
            </a:r>
            <a:r>
              <a:rPr b="1">
                <a:solidFill>
                  <a:srgbClr val="0369A1"/>
                </a:solidFill>
              </a:rPr>
              <a:t>連環攻勢</a:t>
            </a:r>
            <a:r>
              <a:rPr b="0">
                <a:solidFill>
                  <a:srgbClr val="334155"/>
                </a:solidFill>
              </a:rPr>
              <a:t>：複製自己舊文的連結，附在最新貼文的下方，引導讀者進行點閱與連續閱讀。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2. </a:t>
            </a:r>
            <a:r>
              <a:rPr b="1">
                <a:solidFill>
                  <a:srgbClr val="0369A1"/>
                </a:solidFill>
              </a:rPr>
              <a:t>煽風點火</a:t>
            </a:r>
            <a:r>
              <a:rPr b="0">
                <a:solidFill>
                  <a:srgbClr val="334155"/>
                </a:solidFill>
              </a:rPr>
              <a:t>：撰寫極具討論度與爭議性的話題，並表達強烈觀點（例如：「不相信身心靈的人，只是迷信科學的狂熱份子」），引爆留言區討論。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3. </a:t>
            </a:r>
            <a:r>
              <a:rPr b="1">
                <a:solidFill>
                  <a:srgbClr val="0369A1"/>
                </a:solidFill>
              </a:rPr>
              <a:t>下集待續</a:t>
            </a:r>
            <a:r>
              <a:rPr b="0">
                <a:solidFill>
                  <a:srgbClr val="334155"/>
                </a:solidFill>
              </a:rPr>
              <a:t>：將核心內容或結局埋在留言區，主文末端附上箭頭指引，藉此延長讀者在貼文上的停留時間，優化互動率。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4. </a:t>
            </a:r>
            <a:r>
              <a:rPr b="1">
                <a:solidFill>
                  <a:srgbClr val="0369A1"/>
                </a:solidFill>
              </a:rPr>
              <a:t>草船借箭</a:t>
            </a:r>
            <a:r>
              <a:rPr b="0">
                <a:solidFill>
                  <a:srgbClr val="334155"/>
                </a:solidFill>
              </a:rPr>
              <a:t>：將自己寫得好的 5-10 篇好文風格丟給 AI 訓練，再將書籍乾貨丟入，請 AI 依此風格改寫，產出具個人色彩的知識文。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五、 進階社群操作技巧：軍師的 17 個實戰策略 (2/5)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5. </a:t>
            </a:r>
            <a:r>
              <a:rPr b="1">
                <a:solidFill>
                  <a:srgbClr val="0369A1"/>
                </a:solidFill>
              </a:rPr>
              <a:t>頤指氣使</a:t>
            </a:r>
            <a:r>
              <a:rPr b="0">
                <a:solidFill>
                  <a:srgbClr val="334155"/>
                </a:solidFill>
              </a:rPr>
              <a:t>：在爆紅貼文的置頂留言中，明確指引讀者「如果喜歡請追蹤我」，並承諾追蹤後能獲得的價值。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6. </a:t>
            </a:r>
            <a:r>
              <a:rPr b="1">
                <a:solidFill>
                  <a:srgbClr val="0369A1"/>
                </a:solidFill>
              </a:rPr>
              <a:t>無限彈藥</a:t>
            </a:r>
            <a:r>
              <a:rPr b="0">
                <a:solidFill>
                  <a:srgbClr val="334155"/>
                </a:solidFill>
              </a:rPr>
              <a:t>：由於 Threads 資訊流動極快，爆紅過的好文章可在 2-3 個月後重複發布，形成循環使用的內容彈藥庫。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7. </a:t>
            </a:r>
            <a:r>
              <a:rPr b="1">
                <a:solidFill>
                  <a:srgbClr val="0369A1"/>
                </a:solidFill>
              </a:rPr>
              <a:t>眾星拱月</a:t>
            </a:r>
            <a:r>
              <a:rPr b="0">
                <a:solidFill>
                  <a:srgbClr val="334155"/>
                </a:solidFill>
              </a:rPr>
              <a:t>：在幫自己或他人進行推廣時，將該推廣貼文的連結，大量引用在其他不同話題的留言區中，把流量集中灌入該篇核心文。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8. </a:t>
            </a:r>
            <a:r>
              <a:rPr b="1">
                <a:solidFill>
                  <a:srgbClr val="0369A1"/>
                </a:solidFill>
              </a:rPr>
              <a:t>一竿進洞</a:t>
            </a:r>
            <a:r>
              <a:rPr b="0">
                <a:solidFill>
                  <a:srgbClr val="334155"/>
                </a:solidFill>
              </a:rPr>
              <a:t>：當貼文爆紅時，立刻在置頂留言中附上「私域導入連結」（如電子報、LINE社群）或「產品購買連結」。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五、 進階社群操作技巧：軍師的 17 個實戰策略 (3/5)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9. </a:t>
            </a:r>
            <a:r>
              <a:rPr b="1">
                <a:solidFill>
                  <a:srgbClr val="0369A1"/>
                </a:solidFill>
              </a:rPr>
              <a:t>無限列車</a:t>
            </a:r>
            <a:r>
              <a:rPr b="0">
                <a:solidFill>
                  <a:srgbClr val="334155"/>
                </a:solidFill>
              </a:rPr>
              <a:t>：將 A、B 兩篇高度相關的文章，以互相在留言區貼上對方連結的方式，讓讀者在兩篇貼文間無限循環閱讀。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10. </a:t>
            </a:r>
            <a:r>
              <a:rPr b="1">
                <a:solidFill>
                  <a:srgbClr val="0369A1"/>
                </a:solidFill>
              </a:rPr>
              <a:t>雞犬升天</a:t>
            </a:r>
            <a:r>
              <a:rPr b="0">
                <a:solidFill>
                  <a:srgbClr val="334155"/>
                </a:solidFill>
              </a:rPr>
              <a:t>：某篇貼文爆紅時，立刻在留言區貼上其他相同主題的舊文連結，拉抬其他文章的曝光度。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11. </a:t>
            </a:r>
            <a:r>
              <a:rPr b="1">
                <a:solidFill>
                  <a:srgbClr val="0369A1"/>
                </a:solidFill>
              </a:rPr>
              <a:t>移花接木</a:t>
            </a:r>
            <a:r>
              <a:rPr b="0">
                <a:solidFill>
                  <a:srgbClr val="334155"/>
                </a:solidFill>
              </a:rPr>
              <a:t>：初期發文時先不放銷售連結，等貼文自然擴散、流量滾大後，再把原置頂留言替換成產品銷售或廣告連結。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12. </a:t>
            </a:r>
            <a:r>
              <a:rPr b="1">
                <a:solidFill>
                  <a:srgbClr val="0369A1"/>
                </a:solidFill>
              </a:rPr>
              <a:t>順勢而為</a:t>
            </a:r>
            <a:r>
              <a:rPr b="0">
                <a:solidFill>
                  <a:srgbClr val="334155"/>
                </a:solidFill>
              </a:rPr>
              <a:t>：當某種類型的貼文爆紅，立刻配合該主題微調自己的自我介紹（自介），最大化進站讀者的追蹤轉換率。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五、 進階社群操作技巧：軍師的 17 個實戰策略 (4/5)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13. </a:t>
            </a:r>
            <a:r>
              <a:rPr b="1">
                <a:solidFill>
                  <a:srgbClr val="0369A1"/>
                </a:solidFill>
              </a:rPr>
              <a:t>後備軍援</a:t>
            </a:r>
            <a:r>
              <a:rPr b="0">
                <a:solidFill>
                  <a:srgbClr val="334155"/>
                </a:solidFill>
              </a:rPr>
              <a:t>：平常將自己成效優異的爆紅貼文連結整理並儲存，作為隨時可插入新貼文留言區的軍備彈藥。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14. </a:t>
            </a:r>
            <a:r>
              <a:rPr b="1">
                <a:solidFill>
                  <a:srgbClr val="0369A1"/>
                </a:solidFill>
              </a:rPr>
              <a:t>預埋伏筆</a:t>
            </a:r>
            <a:r>
              <a:rPr b="0">
                <a:solidFill>
                  <a:srgbClr val="334155"/>
                </a:solidFill>
              </a:rPr>
              <a:t>：寫文時習慣性加上「下集待續/晚上再寫」的伏筆，若文章爆紅就順勢推出續集引流，不爆則不予理會。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15. </a:t>
            </a:r>
            <a:r>
              <a:rPr b="1">
                <a:solidFill>
                  <a:srgbClr val="0369A1"/>
                </a:solidFill>
              </a:rPr>
              <a:t>引蛇出洞</a:t>
            </a:r>
            <a:r>
              <a:rPr b="0">
                <a:solidFill>
                  <a:srgbClr val="334155"/>
                </a:solidFill>
              </a:rPr>
              <a:t>：在貼文中主動推薦並 Tag 其他厲害的 KOLS，吸引對方來留言區互動，借用對方的流量與人氣。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16. </a:t>
            </a:r>
            <a:r>
              <a:rPr b="1">
                <a:solidFill>
                  <a:srgbClr val="0369A1"/>
                </a:solidFill>
              </a:rPr>
              <a:t>以量取勝</a:t>
            </a:r>
            <a:r>
              <a:rPr b="0">
                <a:solidFill>
                  <a:srgbClr val="334155"/>
                </a:solidFill>
              </a:rPr>
              <a:t>：帶有銷售或業配意圖的貼文觸及一定較低。此時不用管單篇觸及，改以「日更、狂發數十篇」的數量優勢來達成轉換。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五、 進階社群操作技巧：軍師的 17 個實戰策略 (5/5)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17. </a:t>
            </a:r>
            <a:r>
              <a:rPr b="1">
                <a:solidFill>
                  <a:srgbClr val="0369A1"/>
                </a:solidFill>
              </a:rPr>
              <a:t>鄉村包圍都市</a:t>
            </a:r>
            <a:r>
              <a:rPr b="0">
                <a:solidFill>
                  <a:srgbClr val="334155"/>
                </a:solidFill>
              </a:rPr>
              <a:t>：在課程宣傳或活動時，聯合多個創作者互相轉貼背書、互相感謝，炒熱社群上的整體聲勢。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1078</Words>
  <Application>Microsoft Office PowerPoint</Application>
  <PresentationFormat>寬螢幕</PresentationFormat>
  <Paragraphs>93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6" baseType="lpstr">
      <vt:lpstr>Microsoft JhengHei</vt:lpstr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Chen Victor</cp:lastModifiedBy>
  <cp:revision>2</cp:revision>
  <dcterms:created xsi:type="dcterms:W3CDTF">2013-01-27T09:14:16Z</dcterms:created>
  <dcterms:modified xsi:type="dcterms:W3CDTF">2026-06-19T12:01:28Z</dcterms:modified>
  <cp:category/>
</cp:coreProperties>
</file>